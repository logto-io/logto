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MeshX platform for banking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and stack operations, mapped to bank use cases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health across environments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 every deployed stack, its phase, and component readiness</a:t>
            </a:r>
            <a:endParaRPr lang="en-US" sz="1600" dirty="0"/>
          </a:p>
        </p:txBody>
      </p:sp>
      <p:pic>
        <p:nvPicPr>
          <p:cNvPr id="4" name="Image 0" descr="logto-infra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708913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23313" y="1645920"/>
            <a:ext cx="4016999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stack shows phase, mode, and component readiness (for example 22/22).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evidence that production runs the approved stack versions.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are created from approved templates (Full, Lite, Dashboard AI only).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capacity and cost control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and pod usage, reserved capacity, and monthly estimate</a:t>
            </a:r>
            <a:endParaRPr lang="en-US" sz="1600" dirty="0"/>
          </a:p>
        </p:txBody>
      </p:sp>
      <p:pic>
        <p:nvPicPr>
          <p:cNvPr id="4" name="Image 0" descr="kubo-capa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708913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23313" y="1645920"/>
            <a:ext cx="4016999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CPU and memory use per node, refreshed every 10 seconds.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and idle capacity are shown separately, so cost owners can act on idle spend.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capacity planning evidence for audit and budget reviews.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authentication for staff and customers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configured in the admin console</a:t>
            </a:r>
            <a:endParaRPr lang="en-US" sz="1600" dirty="0"/>
          </a:p>
        </p:txBody>
      </p:sp>
      <p:pic>
        <p:nvPicPr>
          <p:cNvPr id="4" name="Image 0" descr="logto-m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708913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23313" y="1645920"/>
            <a:ext cx="4016999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MFA for administrators and customer sign-in.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factors such as one-time passcodes and backup codes.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changes are logged in the admin audit trail.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 who can register and sign 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blocklist and allowlist rules applied at sign-up</a:t>
            </a:r>
            <a:endParaRPr lang="en-US" sz="1600" dirty="0"/>
          </a:p>
        </p:txBody>
      </p:sp>
      <p:pic>
        <p:nvPicPr>
          <p:cNvPr id="4" name="Image 0" descr="logto-blo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708913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23313" y="1645920"/>
            <a:ext cx="4016999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disposable or high-risk email domains and subaddresses.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specific domains for employee or partner onboarding.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apply to sign-up and to newly linked emails.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capability maps to a banking requirement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 for staff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Roles, MFA, admin audit log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onboarding restrictions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blocklist and allowlist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of approved deployments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Stacks with phase and component 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and capacity governance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map and monthly estimate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MeshX platform for banking</dc:title>
  <dc:subject>PptxGenJS Presentation</dc:subject>
  <dc:creator>PptxGenJS</dc:creator>
  <cp:lastModifiedBy>PptxGenJS</cp:lastModifiedBy>
  <cp:revision>1</cp:revision>
  <dcterms:created xsi:type="dcterms:W3CDTF">2026-10-16T15:20:32Z</dcterms:created>
  <dcterms:modified xsi:type="dcterms:W3CDTF">2026-10-16T15:20:32Z</dcterms:modified>
</cp:coreProperties>
</file>