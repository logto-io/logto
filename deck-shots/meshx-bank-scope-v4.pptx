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MeshX platform for banks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screens. What runs in your network, and what is built.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this session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questions. Can it run in your network? What is ready today?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runs in your own network. No meshX control plane is needed.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capability map: what we supply, and what you supply.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clear status: built, partly built, or not started.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next steps, with owners.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map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each capability, from the code today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  <a:gridCol w="6126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workspace operator (pull-based)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operator. Direct (Helm) or Flux mode. Ordered deploys.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 chart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charts, including Postgres, Redis, Kafka, NATS, Trino and object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Air-gap bundle import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and import. Checksums. In-cluster registry. Image references not yet rewritten.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(Logto)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Logto chart and OAuth link. Product templates still default to Auth0.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gateway. Default is the public API. Bedrock not yet tested.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visibility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tables and cost per call. Visibility only.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routing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mapping only. No model selection.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and on-prem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GPU requests. No path to an on-prem model.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Federation across entities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namespace per tenant. No federation code.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Tailscale only. Bastion and break-glass not defined.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Multi-factor authentication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MFA for each tenant</a:t>
            </a:r>
            <a:endParaRPr lang="en-US" sz="1800" dirty="0"/>
          </a:p>
        </p:txBody>
      </p:sp>
      <p:pic>
        <p:nvPicPr>
          <p:cNvPr id="4" name="Image 0" descr="crops/logto-m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when MFA is required: optional or enforced.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factors the bank accepts.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codes give a recovery path. The policy stays strong.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settings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password, CAPTCHA and sign-up rules</a:t>
            </a:r>
            <a:endParaRPr lang="en-US" sz="1800" dirty="0"/>
          </a:p>
        </p:txBody>
      </p:sp>
      <p:pic>
        <p:nvPicPr>
          <p:cNvPr id="4" name="Image 0" descr="crops/logto-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password rules for all users.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CAPTCHA for sign-in and sign-up.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applies to the whole tenant.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single sign-on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use the bank’s identity provider</a:t>
            </a:r>
            <a:endParaRPr lang="en-US" sz="1800" dirty="0"/>
          </a:p>
        </p:txBody>
      </p:sp>
      <p:pic>
        <p:nvPicPr>
          <p:cNvPr id="4" name="Image 0" descr="crops/logto-enterprise-s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 connects to SAML and OIDC providers.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connector is linked to an email domain.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do not need a second password for the platform.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Sign-up control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high-risk email domains at sign-up</a:t>
            </a:r>
            <a:endParaRPr lang="en-US" sz="1800" dirty="0"/>
          </a:p>
        </p:txBody>
      </p:sp>
      <p:pic>
        <p:nvPicPr>
          <p:cNvPr id="4" name="Image 0" descr="crops/logto-blo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disposable domains and subaddresses.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only the partner domains the bank approves.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apply to new sign-ups and new linked emails.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workspace wizard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foundation workspace from an approved template</a:t>
            </a:r>
            <a:endParaRPr lang="en-US" sz="1800" dirty="0"/>
          </a:p>
        </p:txBody>
      </p:sp>
      <p:pic>
        <p:nvPicPr>
          <p:cNvPr id="4" name="Image 0" descr="crops/logto-wiz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Full, Lite, or Dashboard AI only.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tenant and mode, then review the YAML.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Create. The foundation workspace appears in the foundation workspaces list.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Sign-in experience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and sign-in options for the tenant</a:t>
            </a:r>
            <a:endParaRPr lang="en-US" sz="1800" dirty="0"/>
          </a:p>
        </p:txBody>
      </p:sp>
      <p:pic>
        <p:nvPicPr>
          <p:cNvPr id="4" name="Image 0" descr="crops/logto-sign-in-experi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logo, colors, and sign-in methods.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apply to the sign-in page at once.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sign-in UI is available without a license.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exchange is recorded by application and time</a:t>
            </a:r>
            <a:endParaRPr lang="en-US" sz="1800" dirty="0"/>
          </a:p>
        </p:txBody>
      </p:sp>
      <p:pic>
        <p:nvPicPr>
          <p:cNvPr id="4" name="Image 0" descr="crops/logto-audit-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event, application, and time.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log for internal audit and regulator requests.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control to a log entry before the review.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workspaces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and component status for each environment</a:t>
            </a:r>
            <a:endParaRPr lang="en-US" sz="1800" dirty="0"/>
          </a:p>
        </p:txBody>
      </p:sp>
      <p:pic>
        <p:nvPicPr>
          <p:cNvPr id="4" name="Image 0" descr="crops/logto-infra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foundation workspace uses an approved template: Full, Lite, or Dashboard AI only.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status, such as 22/22, shows if a deployment is complete.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core chart settings before a hardening claim is made.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map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CPU and memory use for each node and pod</a:t>
            </a:r>
            <a:endParaRPr lang="en-US" sz="1800" dirty="0"/>
          </a:p>
        </p:txBody>
      </p:sp>
      <p:pic>
        <p:nvPicPr>
          <p:cNvPr id="4" name="Image 0" descr="crops/logto-capacity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are sized by live usage on each node.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Hatched space shows capacity that is not allocated.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CPU and memory.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sign-in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step, from the user to the identity provider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37744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Login redirect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browser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user starts sign-in.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OIDC authorization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provider returns an authorization code.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frontend receives the tokens.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API call with access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backend receives the access token.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Verify issuer and audience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backend checks each token before it is used.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Logto is the target provider. Product templates still point to Auth0 today.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full sign-in diagram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 for the labels. Both sides of the flow are shown.</a:t>
            </a:r>
            <a:endParaRPr lang="en-US" sz="1800" dirty="0"/>
          </a:p>
        </p:txBody>
      </p:sp>
      <p:pic>
        <p:nvPicPr>
          <p:cNvPr id="4" name="Image 0" descr="crops/auth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64240" cy="31929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management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stay in a vault. They are not stored in charts or configuration files.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 (in-cluster, kubo-vault namespace)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tenant secrets. Runs in the demo cluster.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Secrets 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 secrets from the vault into tenant namespaces. About ten charts use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definitions per 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 name the stores. Store definitions must be supplied per environment.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Plaintext secrets in 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removed before a customer install. Verified check still to run.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rotation and access 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built. Needed for the security review.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stay in the vault. Each environment supplies its own store definitions before any install.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and delivery in your network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with the state of each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Build and sign the foundation workspace bundle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Bundles are supported. Signing is not yet verified.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Push the bundle to your registry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A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cluster does not yet pull from your registry in a closed install.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Operator detects the new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Pull-based reconcile in Direct or Flux mode.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Your approval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Promotion to the target foundation workspace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apply and cleanup. No promotion across environments.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Rollback to a prior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 as a user workflow.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level is quoted yet. The release interval is agreed with your change team.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inside your boundary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Bedrock-only operation. Not yet verified in a running environment.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  <a:gridCol w="5577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to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as the model 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chat request completes with no public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models and 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approved model IDs are reachable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role for the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 are signed with the role. No static key.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endpoint and DNS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name resolves to the private 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and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Invocation logs are kept in your account and encrypted with your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environment is built first. The results are reported before the next review.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we need from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answers set the order of the work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AWS services are approved, and in which region?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platform run in AWS, on premises, or both?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need GPU nodes, or access to your existing model endpoint?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models are approved, and how is access given?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the platform day to day?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 access model do you require?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identity federation needed from day one?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data target run, and who owns the network path?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not yet built. Owners and dates are to be confirmed.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283464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Bedrock-only operation in a new test 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the next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images from your registry, with a no-outside-access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meshX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to Logto for closed-network installs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meshX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your approval gate and promotion steps to the release 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assign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user rollback workflow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assign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GPU and on-premises model support after your 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assign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your 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the data sharing network option with your network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meshX with your network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your 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MeshX platform for banks: scope and screens</dc:title>
  <dc:subject>PptxGenJS Presentation</dc:subject>
  <dc:creator>PptxGenJS</dc:creator>
  <cp:lastModifiedBy>PptxGenJS</cp:lastModifiedBy>
  <cp:revision>1</cp:revision>
  <dcterms:created xsi:type="dcterms:W3CDTF">2026-10-16T16:06:19Z</dcterms:created>
  <dcterms:modified xsi:type="dcterms:W3CDTF">2026-10-16T16:06:19Z</dcterms:modified>
</cp:coreProperties>
</file>