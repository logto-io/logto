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risk: a stolen password alone should not open a bank system. Show the factor list, then the policy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Disposable and alias addresses are a common route for fake accounts. The blocklist and allowlist are set once and apply to every sign-up.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page for the audit team. Every row is a token exchange tied to an application and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operations: each environment shows whether it is complete, and new environments start from the same templates.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MeshX identity platform for banking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signs in. How they prove identity. What the platform records.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outcomes for the bank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after the platform is set up.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F3F2FA"/>
          </a:solidFill>
          <a:ln w="12700">
            <a:solidFill>
              <a:srgbClr val="F3F2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access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MFA, block high-risk sign-up domains, and federate staff through the bank’s own identity provider.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F3F2FA"/>
          </a:solidFill>
          <a:ln w="12700">
            <a:solidFill>
              <a:srgbClr val="F3F2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what happened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8346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and admin change is recorded. The bank can export and review the records.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0" y="192024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F3F2FA"/>
          </a:solidFill>
          <a:ln w="12700">
            <a:solidFill>
              <a:srgbClr val="F3F2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with discipline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8346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deploy from approved templates. Health, capacity, and cost are shown in one place.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sign-in for staff and customers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is set once for each tenant.</a:t>
            </a:r>
            <a:endParaRPr lang="en-US" sz="1800" dirty="0"/>
          </a:p>
        </p:txBody>
      </p:sp>
      <p:pic>
        <p:nvPicPr>
          <p:cNvPr id="5" name="Image 0" descr="crops/logto-m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618074" cy="4754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532474" y="1783080"/>
            <a:ext cx="510783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when MFA is required: optional or enforced.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factors the bank accepts, for example one-time codes.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codes give a recovery path. The policy stays strong.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who can open an account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high-risk email domains at sign-up.</a:t>
            </a:r>
            <a:endParaRPr lang="en-US" sz="1800" dirty="0"/>
          </a:p>
        </p:txBody>
      </p:sp>
      <p:pic>
        <p:nvPicPr>
          <p:cNvPr id="5" name="Image 0" descr="crops/logto-blo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618074" cy="4754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532474" y="1783080"/>
            <a:ext cx="510783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disposable domains and subaddresses. Example: name+alias@domain.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only the partner domains the bank approves.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apply to new sign-ups and new linked emails.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bank’s own identity provider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 connects to SAML and OIDC providers.</a:t>
            </a:r>
            <a:endParaRPr lang="en-US" sz="1800" dirty="0"/>
          </a:p>
        </p:txBody>
      </p:sp>
      <p:pic>
        <p:nvPicPr>
          <p:cNvPr id="4" name="Image 0" descr="crops/logto-enterprise-s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618074" cy="4754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32474" y="1783080"/>
            <a:ext cx="510783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sign in with their current identity provider.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connector is linked to an email domain. Routing is automatic.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password store for employees.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 of each sign-in event.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log shows each token, by application and time.</a:t>
            </a:r>
            <a:endParaRPr lang="en-US" sz="1800" dirty="0"/>
          </a:p>
        </p:txBody>
      </p:sp>
      <p:pic>
        <p:nvPicPr>
          <p:cNvPr id="5" name="Image 0" descr="crops/logto-audit-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618074" cy="4754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532474" y="1783080"/>
            <a:ext cx="510783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event, application, and time.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token exchange. The bank can trace it to an application.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log for internal audit and regulator requests.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approved deployments run.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show phase and component status for each environment.</a:t>
            </a:r>
            <a:endParaRPr lang="en-US" sz="1800" dirty="0"/>
          </a:p>
        </p:txBody>
      </p:sp>
      <p:pic>
        <p:nvPicPr>
          <p:cNvPr id="5" name="Image 0" descr="crops/logto-infra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618074" cy="4754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532474" y="1783080"/>
            <a:ext cx="5107838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stack uses an approved template: Full, Lite, or Dashboard AI only.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status, such as 22/22, shows if a deployment is complete.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environments use the same templates. There is one path to production.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next steps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proves the controls before wider rollout.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Pilot one application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92024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one staff application to the bank identity provider. Enforce MFA.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Confirm the audit export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32004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log format and retention with the bank’s audit team.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80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Expand by stack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448056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next environment to approved templates after the pilot passes review.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MeshX identity platform for banking</dc:title>
  <dc:subject>PptxGenJS Presentation</dc:subject>
  <dc:creator>PptxGenJS</dc:creator>
  <cp:lastModifiedBy>PptxGenJS</cp:lastModifiedBy>
  <cp:revision>1</cp:revision>
  <dcterms:created xsi:type="dcterms:W3CDTF">2026-10-16T15:26:58Z</dcterms:created>
  <dcterms:modified xsi:type="dcterms:W3CDTF">2026-10-16T15:26:58Z</dcterms:modified>
</cp:coreProperties>
</file>