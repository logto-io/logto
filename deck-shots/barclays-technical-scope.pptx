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MeshX platform for Barclays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scope: what runs in your VPC, what is built, and what is not yet started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this session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Barclays asked whether Foundation can run in its own VPC, without a meshX-operated control plane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 capability map. It shows which services Barclays supplies and which run in the cluster.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an honest list of what is built, designed, and not started.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next steps, with owners, for the parts not yet built.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commercial terms, staffing, and legal terms.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map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each capability, based on the repository today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6126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operator (pull-based reconcile)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operator; Direct (Helm) or Flux mode; dependency-ordered deploys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chart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charts, including CloudNativePG, Redis, Kafka, NATS, Trino and S3-compatible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Air-gap bundle import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and import APIs, SHA256 checks, in-cluster registry; image references not yet rewritten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(Logto)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Logto chart and OAuth integration; product templates still default to Auth0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 gateway; default is the public Anthropic API; Bedrock not yet 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visibility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Per-request price tables and cost per call; visibility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Host-to-upstream mapping only; no model 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and on-prem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GPU requests; no path to an on-prem model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Federation across entities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namespace per tenant; no federation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Tailscale found; bastion and break-glass not defined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and delivery in an air-gapped VPC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with the current state of each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Build and sign the stack bundle (OCI)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bundles are supported; signing is not yet verified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Push the bundle to the customer registry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A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cluster does not yet pull from a customer registry in an air-gap install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Operator detects the new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7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Pull-based reconcile in Direct or Flux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Customer approval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Promotion to the target 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8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Dependency-ordered apply and pruning; no promotion across environments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Rollback to a prior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rollback is used only to recover stuck releases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cadence: a train agreed with Barclays change management, plus a separate lane for critical security patches. No SLA is quoted yet.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inside the Barclays boundary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Bedrock-only operation. Not yet verified in a running environment.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  <a:gridCol w="5577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test in the AWS test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as the LiteLLM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chat request completes with no public endpoint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model list and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Barclays-approved model IDs are reachable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role for the service account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 are signed with the role; no static API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PrivateLink endpoint and private DNS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Bedrock name resolves to the private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 and encryption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 logs land in the customer account, encrypted with a customer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environment will be built and the results reported before the session.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Identity: sign-in controls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sign-up controls are set in the admin console</a:t>
            </a:r>
            <a:endParaRPr lang="en-US" sz="1800" dirty="0"/>
          </a:p>
        </p:txBody>
      </p:sp>
      <p:pic>
        <p:nvPicPr>
          <p:cNvPr id="4" name="Image 0" descr="crops/logto-m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MFA is required: optional or enforced.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factors the bank accepts.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codes give a recovery path. The policy stays strong.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defaults in the product templates must be removed before a Barclays install.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Identity: federation and sign-up control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 their identity provider. Sign-up domains are controlled.</a:t>
            </a:r>
            <a:endParaRPr lang="en-US" sz="1800" dirty="0"/>
          </a:p>
        </p:txBody>
      </p:sp>
      <p:pic>
        <p:nvPicPr>
          <p:cNvPr id="4" name="Image 0" descr="crops/logto-enterprise-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connects to SAML and OIDC providers.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connector is linked to an email domain.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disposable and high-risk domains at sign-up.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exchange is recorded by application and time</a:t>
            </a:r>
            <a:endParaRPr lang="en-US" sz="1800" dirty="0"/>
          </a:p>
        </p:txBody>
      </p:sp>
      <p:pic>
        <p:nvPicPr>
          <p:cNvPr id="4" name="Image 0" descr="crops/logto-audit-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event, application, and time.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log for internal audit and regulator requests.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inside the cluster needs a mapping to each control. This is to be completed before the review.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 and operations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phase and component status for each environment</a:t>
            </a:r>
            <a:endParaRPr lang="en-US" sz="1800" dirty="0"/>
          </a:p>
        </p:txBody>
      </p:sp>
      <p:pic>
        <p:nvPicPr>
          <p:cNvPr id="4" name="Image 0" descr="crops/logto-infra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40199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6394" y="1783080"/>
            <a:ext cx="532391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stack uses an approved template: Full, Lite, or Dashboard AI only.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status, such as 22/22, shows if a deployment is complete.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hardening: the core charts still need their settings confirmed before we make a hardening claim.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we need from Barclays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set the order of the work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AWS services are approved, and in which region?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Foundation run in AWS, on-prem, or both?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GPU nodes for Foundation, or access to your existing model endpoint?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Bedrock models are approved, and is access by PrivateLink or an internal gateway?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the platform day to day: Barclays, meshX, or shared?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 access model do you require: bastion, break-glass, or neither?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identity federation to your provider needed from day one?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Databricks target run, and who owns the network path?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not yet built, with owners and dates to confirm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8346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Bedrock-only operation in a new AWS test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the 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the air-gap image pull path to the in-cluster registry, with a no-egress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to Logto for air-gap profiles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customer approval gate and promotion workflow to the release 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assign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user-facing rollback 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assign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GPU and on-prem model design after question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assign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Barclays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the Open Sharing network option with Barclays network architects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meshX with Barclays network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Barclays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MeshX platform for Barclays: technical scope</dc:title>
  <dc:subject>PptxGenJS Presentation</dc:subject>
  <dc:creator>PptxGenJS</dc:creator>
  <cp:lastModifiedBy>PptxGenJS</cp:lastModifiedBy>
  <cp:revision>1</cp:revision>
  <dcterms:created xsi:type="dcterms:W3CDTF">2026-10-16T15:30:58Z</dcterms:created>
  <dcterms:modified xsi:type="dcterms:W3CDTF">2026-10-16T15:30:58Z</dcterms:modified>
</cp:coreProperties>
</file>